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B20B62-8BD5-4DEC-B4D2-DD7015300FB0}" v="272" dt="2026-09-07T09:19:28.375"/>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udari Naga Santhosh" userId="0e8c62957a02cf6e" providerId="LiveId" clId="{FCBA4886-8408-4AA9-8E25-BAE5979D3D85}"/>
    <pc:docChg chg="custSel addSld modSld">
      <pc:chgData name="Pudari Naga Santhosh" userId="0e8c62957a02cf6e" providerId="LiveId" clId="{FCBA4886-8408-4AA9-8E25-BAE5979D3D85}" dt="2026-09-07T09:19:28.375" v="453" actId="113"/>
      <pc:docMkLst>
        <pc:docMk/>
      </pc:docMkLst>
      <pc:sldChg chg="modSp modAnim">
        <pc:chgData name="Pudari Naga Santhosh" userId="0e8c62957a02cf6e" providerId="LiveId" clId="{FCBA4886-8408-4AA9-8E25-BAE5979D3D85}" dt="2026-09-07T09:17:43.823" v="432" actId="20577"/>
        <pc:sldMkLst>
          <pc:docMk/>
          <pc:sldMk cId="1341901065" sldId="302"/>
        </pc:sldMkLst>
        <pc:spChg chg="mod">
          <ac:chgData name="Pudari Naga Santhosh" userId="0e8c62957a02cf6e" providerId="LiveId" clId="{FCBA4886-8408-4AA9-8E25-BAE5979D3D85}" dt="2026-09-07T09:17:43.823" v="432" actId="20577"/>
          <ac:spMkLst>
            <pc:docMk/>
            <pc:sldMk cId="1341901065" sldId="302"/>
            <ac:spMk id="7" creationId="{B21C28F5-3CA3-4B78-B5C9-550C00BB3174}"/>
          </ac:spMkLst>
        </pc:spChg>
      </pc:sldChg>
      <pc:sldChg chg="addSp delSp modSp mod">
        <pc:chgData name="Pudari Naga Santhosh" userId="0e8c62957a02cf6e" providerId="LiveId" clId="{FCBA4886-8408-4AA9-8E25-BAE5979D3D85}" dt="2026-09-07T08:59:55.534" v="329" actId="255"/>
        <pc:sldMkLst>
          <pc:docMk/>
          <pc:sldMk cId="3696770303" sldId="315"/>
        </pc:sldMkLst>
        <pc:spChg chg="add del mod">
          <ac:chgData name="Pudari Naga Santhosh" userId="0e8c62957a02cf6e" providerId="LiveId" clId="{FCBA4886-8408-4AA9-8E25-BAE5979D3D85}" dt="2026-09-07T08:58:34.268" v="308"/>
          <ac:spMkLst>
            <pc:docMk/>
            <pc:sldMk cId="3696770303" sldId="315"/>
            <ac:spMk id="2" creationId="{69DA115E-9965-E4A0-20AA-CEB93D9886BF}"/>
          </ac:spMkLst>
        </pc:spChg>
        <pc:spChg chg="mod">
          <ac:chgData name="Pudari Naga Santhosh" userId="0e8c62957a02cf6e" providerId="LiveId" clId="{FCBA4886-8408-4AA9-8E25-BAE5979D3D85}" dt="2026-09-07T08:59:55.534" v="329" actId="255"/>
          <ac:spMkLst>
            <pc:docMk/>
            <pc:sldMk cId="3696770303" sldId="315"/>
            <ac:spMk id="3" creationId="{EBF2FBC7-3552-4F01-BB27-8BEEE74F7277}"/>
          </ac:spMkLst>
        </pc:spChg>
        <pc:spChg chg="add del mod">
          <ac:chgData name="Pudari Naga Santhosh" userId="0e8c62957a02cf6e" providerId="LiveId" clId="{FCBA4886-8408-4AA9-8E25-BAE5979D3D85}" dt="2026-09-07T08:58:50.971" v="313" actId="21"/>
          <ac:spMkLst>
            <pc:docMk/>
            <pc:sldMk cId="3696770303" sldId="315"/>
            <ac:spMk id="4" creationId="{CFAE1B42-97CC-E8B7-F9A3-7862AFF919A1}"/>
          </ac:spMkLst>
        </pc:spChg>
        <pc:spChg chg="add del mod">
          <ac:chgData name="Pudari Naga Santhosh" userId="0e8c62957a02cf6e" providerId="LiveId" clId="{FCBA4886-8408-4AA9-8E25-BAE5979D3D85}" dt="2026-09-07T08:59:09.693" v="319"/>
          <ac:spMkLst>
            <pc:docMk/>
            <pc:sldMk cId="3696770303" sldId="315"/>
            <ac:spMk id="7" creationId="{D70D8BC5-0DD9-AC87-4DCE-EAFE08D92362}"/>
          </ac:spMkLst>
        </pc:spChg>
        <pc:spChg chg="add del mod">
          <ac:chgData name="Pudari Naga Santhosh" userId="0e8c62957a02cf6e" providerId="LiveId" clId="{FCBA4886-8408-4AA9-8E25-BAE5979D3D85}" dt="2026-09-07T08:59:23.383" v="324"/>
          <ac:spMkLst>
            <pc:docMk/>
            <pc:sldMk cId="3696770303" sldId="315"/>
            <ac:spMk id="11" creationId="{1FCACAB0-31B1-8966-1838-ED9088403BDA}"/>
          </ac:spMkLst>
        </pc:spChg>
        <pc:spChg chg="add del mod">
          <ac:chgData name="Pudari Naga Santhosh" userId="0e8c62957a02cf6e" providerId="LiveId" clId="{FCBA4886-8408-4AA9-8E25-BAE5979D3D85}" dt="2026-09-07T08:59:35.993" v="327" actId="21"/>
          <ac:spMkLst>
            <pc:docMk/>
            <pc:sldMk cId="3696770303" sldId="315"/>
            <ac:spMk id="14" creationId="{81ED1961-18A1-8243-BD3B-FDCAF410137C}"/>
          </ac:spMkLst>
        </pc:spChg>
        <pc:cxnChg chg="add del mod">
          <ac:chgData name="Pudari Naga Santhosh" userId="0e8c62957a02cf6e" providerId="LiveId" clId="{FCBA4886-8408-4AA9-8E25-BAE5979D3D85}" dt="2026-09-07T08:59:09.677" v="317" actId="21"/>
          <ac:cxnSpMkLst>
            <pc:docMk/>
            <pc:sldMk cId="3696770303" sldId="315"/>
            <ac:cxnSpMk id="9" creationId="{BA28C784-ADB8-B73F-5A4D-DEB867E28538}"/>
          </ac:cxnSpMkLst>
        </pc:cxnChg>
        <pc:cxnChg chg="add del">
          <ac:chgData name="Pudari Naga Santhosh" userId="0e8c62957a02cf6e" providerId="LiveId" clId="{FCBA4886-8408-4AA9-8E25-BAE5979D3D85}" dt="2026-09-07T08:59:23.366" v="322" actId="21"/>
          <ac:cxnSpMkLst>
            <pc:docMk/>
            <pc:sldMk cId="3696770303" sldId="315"/>
            <ac:cxnSpMk id="13" creationId="{9B75BF69-83DC-47E2-9CA6-1C41E4FEB865}"/>
          </ac:cxnSpMkLst>
        </pc:cxnChg>
        <pc:cxnChg chg="add del">
          <ac:chgData name="Pudari Naga Santhosh" userId="0e8c62957a02cf6e" providerId="LiveId" clId="{FCBA4886-8408-4AA9-8E25-BAE5979D3D85}" dt="2026-09-07T08:59:39.725" v="328" actId="21"/>
          <ac:cxnSpMkLst>
            <pc:docMk/>
            <pc:sldMk cId="3696770303" sldId="315"/>
            <ac:cxnSpMk id="16" creationId="{F1F031A2-4316-95DA-7466-E24A4ED54AAF}"/>
          </ac:cxnSpMkLst>
        </pc:cxnChg>
      </pc:sldChg>
      <pc:sldChg chg="addSp delSp modSp mod">
        <pc:chgData name="Pudari Naga Santhosh" userId="0e8c62957a02cf6e" providerId="LiveId" clId="{FCBA4886-8408-4AA9-8E25-BAE5979D3D85}" dt="2026-09-05T03:59:34.442" v="211" actId="1076"/>
        <pc:sldMkLst>
          <pc:docMk/>
          <pc:sldMk cId="3098548442" sldId="327"/>
        </pc:sldMkLst>
        <pc:spChg chg="mod">
          <ac:chgData name="Pudari Naga Santhosh" userId="0e8c62957a02cf6e" providerId="LiveId" clId="{FCBA4886-8408-4AA9-8E25-BAE5979D3D85}" dt="2026-09-05T03:59:34.442" v="211" actId="1076"/>
          <ac:spMkLst>
            <pc:docMk/>
            <pc:sldMk cId="3098548442" sldId="327"/>
            <ac:spMk id="2" creationId="{E46E4DD1-270B-4C80-AFF0-EB26F132AF36}"/>
          </ac:spMkLst>
        </pc:spChg>
      </pc:sldChg>
      <pc:sldChg chg="modSp mod modAnim">
        <pc:chgData name="Pudari Naga Santhosh" userId="0e8c62957a02cf6e" providerId="LiveId" clId="{FCBA4886-8408-4AA9-8E25-BAE5979D3D85}" dt="2026-09-07T09:19:28.375" v="453" actId="113"/>
        <pc:sldMkLst>
          <pc:docMk/>
          <pc:sldMk cId="48075006" sldId="329"/>
        </pc:sldMkLst>
        <pc:spChg chg="mod">
          <ac:chgData name="Pudari Naga Santhosh" userId="0e8c62957a02cf6e" providerId="LiveId" clId="{FCBA4886-8408-4AA9-8E25-BAE5979D3D85}" dt="2026-09-07T09:19:28.375" v="453" actId="113"/>
          <ac:spMkLst>
            <pc:docMk/>
            <pc:sldMk cId="48075006" sldId="329"/>
            <ac:spMk id="2" creationId="{664E3B60-2780-459A-8583-F095D5E7463A}"/>
          </ac:spMkLst>
        </pc:spChg>
      </pc:sldChg>
      <pc:sldChg chg="modSp mod modAnim">
        <pc:chgData name="Pudari Naga Santhosh" userId="0e8c62957a02cf6e" providerId="LiveId" clId="{FCBA4886-8408-4AA9-8E25-BAE5979D3D85}" dt="2026-09-05T03:57:44.515" v="200" actId="1076"/>
        <pc:sldMkLst>
          <pc:docMk/>
          <pc:sldMk cId="1604013440" sldId="338"/>
        </pc:sldMkLst>
        <pc:spChg chg="mod">
          <ac:chgData name="Pudari Naga Santhosh" userId="0e8c62957a02cf6e" providerId="LiveId" clId="{FCBA4886-8408-4AA9-8E25-BAE5979D3D85}" dt="2026-09-05T03:57:39.645" v="199" actId="1076"/>
          <ac:spMkLst>
            <pc:docMk/>
            <pc:sldMk cId="1604013440" sldId="338"/>
            <ac:spMk id="2" creationId="{7201737A-B873-4D1D-8A41-5ABF5184BC8F}"/>
          </ac:spMkLst>
        </pc:spChg>
        <pc:spChg chg="mod">
          <ac:chgData name="Pudari Naga Santhosh" userId="0e8c62957a02cf6e" providerId="LiveId" clId="{FCBA4886-8408-4AA9-8E25-BAE5979D3D85}" dt="2026-09-05T03:57:44.515" v="200" actId="1076"/>
          <ac:spMkLst>
            <pc:docMk/>
            <pc:sldMk cId="1604013440" sldId="338"/>
            <ac:spMk id="3" creationId="{17F04107-8754-E47D-3375-529E689711FA}"/>
          </ac:spMkLst>
        </pc:spChg>
      </pc:sldChg>
      <pc:sldChg chg="addSp modSp mod">
        <pc:chgData name="Pudari Naga Santhosh" userId="0e8c62957a02cf6e" providerId="LiveId" clId="{FCBA4886-8408-4AA9-8E25-BAE5979D3D85}" dt="2026-09-07T09:06:03.523" v="337" actId="1076"/>
        <pc:sldMkLst>
          <pc:docMk/>
          <pc:sldMk cId="1086225493" sldId="339"/>
        </pc:sldMkLst>
        <pc:picChg chg="add mod">
          <ac:chgData name="Pudari Naga Santhosh" userId="0e8c62957a02cf6e" providerId="LiveId" clId="{FCBA4886-8408-4AA9-8E25-BAE5979D3D85}" dt="2026-09-07T09:06:03.523" v="337" actId="1076"/>
          <ac:picMkLst>
            <pc:docMk/>
            <pc:sldMk cId="1086225493" sldId="339"/>
            <ac:picMk id="3" creationId="{5C5E751B-A961-BD8A-2160-1CDCF7B80333}"/>
          </ac:picMkLst>
        </pc:picChg>
      </pc:sldChg>
      <pc:sldChg chg="addSp modSp mod">
        <pc:chgData name="Pudari Naga Santhosh" userId="0e8c62957a02cf6e" providerId="LiveId" clId="{FCBA4886-8408-4AA9-8E25-BAE5979D3D85}" dt="2026-09-07T09:07:54.409" v="342" actId="1076"/>
        <pc:sldMkLst>
          <pc:docMk/>
          <pc:sldMk cId="3849627828" sldId="340"/>
        </pc:sldMkLst>
        <pc:picChg chg="add mod">
          <ac:chgData name="Pudari Naga Santhosh" userId="0e8c62957a02cf6e" providerId="LiveId" clId="{FCBA4886-8408-4AA9-8E25-BAE5979D3D85}" dt="2026-09-07T09:07:54.409" v="342" actId="1076"/>
          <ac:picMkLst>
            <pc:docMk/>
            <pc:sldMk cId="3849627828" sldId="340"/>
            <ac:picMk id="3" creationId="{9752C41C-553F-9DD8-4346-917A76C2B440}"/>
          </ac:picMkLst>
        </pc:picChg>
      </pc:sldChg>
      <pc:sldChg chg="addSp modSp mod">
        <pc:chgData name="Pudari Naga Santhosh" userId="0e8c62957a02cf6e" providerId="LiveId" clId="{FCBA4886-8408-4AA9-8E25-BAE5979D3D85}" dt="2026-09-07T08:51:35.677" v="253" actId="20577"/>
        <pc:sldMkLst>
          <pc:docMk/>
          <pc:sldMk cId="776828144" sldId="341"/>
        </pc:sldMkLst>
        <pc:spChg chg="add mod">
          <ac:chgData name="Pudari Naga Santhosh" userId="0e8c62957a02cf6e" providerId="LiveId" clId="{FCBA4886-8408-4AA9-8E25-BAE5979D3D85}" dt="2026-09-07T08:51:35.677" v="253" actId="20577"/>
          <ac:spMkLst>
            <pc:docMk/>
            <pc:sldMk cId="776828144" sldId="341"/>
            <ac:spMk id="3" creationId="{44A92A39-DC02-9809-E99B-AC48844D54FD}"/>
          </ac:spMkLst>
        </pc:spChg>
      </pc:sldChg>
      <pc:sldChg chg="addSp modSp mod">
        <pc:chgData name="Pudari Naga Santhosh" userId="0e8c62957a02cf6e" providerId="LiveId" clId="{FCBA4886-8408-4AA9-8E25-BAE5979D3D85}" dt="2026-09-07T08:39:00.636" v="216" actId="1076"/>
        <pc:sldMkLst>
          <pc:docMk/>
          <pc:sldMk cId="3863610428" sldId="342"/>
        </pc:sldMkLst>
        <pc:spChg chg="add mod">
          <ac:chgData name="Pudari Naga Santhosh" userId="0e8c62957a02cf6e" providerId="LiveId" clId="{FCBA4886-8408-4AA9-8E25-BAE5979D3D85}" dt="2026-09-07T08:39:00.636" v="216" actId="1076"/>
          <ac:spMkLst>
            <pc:docMk/>
            <pc:sldMk cId="3863610428" sldId="342"/>
            <ac:spMk id="3" creationId="{D23F86E4-C4D5-300B-6625-9BD1FCD7920D}"/>
          </ac:spMkLst>
        </pc:spChg>
      </pc:sldChg>
      <pc:sldChg chg="addSp modSp mod">
        <pc:chgData name="Pudari Naga Santhosh" userId="0e8c62957a02cf6e" providerId="LiveId" clId="{FCBA4886-8408-4AA9-8E25-BAE5979D3D85}" dt="2026-09-07T08:44:27.694" v="224" actId="1076"/>
        <pc:sldMkLst>
          <pc:docMk/>
          <pc:sldMk cId="3962802212" sldId="343"/>
        </pc:sldMkLst>
        <pc:spChg chg="mod">
          <ac:chgData name="Pudari Naga Santhosh" userId="0e8c62957a02cf6e" providerId="LiveId" clId="{FCBA4886-8408-4AA9-8E25-BAE5979D3D85}" dt="2026-09-07T08:44:14.480" v="220" actId="1076"/>
          <ac:spMkLst>
            <pc:docMk/>
            <pc:sldMk cId="3962802212" sldId="343"/>
            <ac:spMk id="4" creationId="{42B692F6-18B4-BC16-EA0C-48FFBD5621DF}"/>
          </ac:spMkLst>
        </pc:spChg>
        <pc:picChg chg="add mod">
          <ac:chgData name="Pudari Naga Santhosh" userId="0e8c62957a02cf6e" providerId="LiveId" clId="{FCBA4886-8408-4AA9-8E25-BAE5979D3D85}" dt="2026-09-07T08:44:27.694" v="224" actId="1076"/>
          <ac:picMkLst>
            <pc:docMk/>
            <pc:sldMk cId="3962802212" sldId="343"/>
            <ac:picMk id="3" creationId="{461BB1CA-3DCA-29E8-287C-67A1B35D81A0}"/>
          </ac:picMkLst>
        </pc:picChg>
      </pc:sldChg>
      <pc:sldChg chg="addSp modSp mod">
        <pc:chgData name="Pudari Naga Santhosh" userId="0e8c62957a02cf6e" providerId="LiveId" clId="{FCBA4886-8408-4AA9-8E25-BAE5979D3D85}" dt="2026-09-07T09:09:03.090" v="344" actId="1076"/>
        <pc:sldMkLst>
          <pc:docMk/>
          <pc:sldMk cId="1698901770" sldId="344"/>
        </pc:sldMkLst>
        <pc:picChg chg="add mod">
          <ac:chgData name="Pudari Naga Santhosh" userId="0e8c62957a02cf6e" providerId="LiveId" clId="{FCBA4886-8408-4AA9-8E25-BAE5979D3D85}" dt="2026-09-07T09:09:03.090" v="344" actId="1076"/>
          <ac:picMkLst>
            <pc:docMk/>
            <pc:sldMk cId="1698901770" sldId="344"/>
            <ac:picMk id="3" creationId="{542FBBA0-F600-1203-2C02-F5C7A07567B7}"/>
          </ac:picMkLst>
        </pc:picChg>
      </pc:sldChg>
      <pc:sldChg chg="addSp delSp modSp mod">
        <pc:chgData name="Pudari Naga Santhosh" userId="0e8c62957a02cf6e" providerId="LiveId" clId="{FCBA4886-8408-4AA9-8E25-BAE5979D3D85}" dt="2026-09-07T09:10:17.224" v="351" actId="14100"/>
        <pc:sldMkLst>
          <pc:docMk/>
          <pc:sldMk cId="1903979828" sldId="345"/>
        </pc:sldMkLst>
        <pc:picChg chg="add del mod">
          <ac:chgData name="Pudari Naga Santhosh" userId="0e8c62957a02cf6e" providerId="LiveId" clId="{FCBA4886-8408-4AA9-8E25-BAE5979D3D85}" dt="2026-09-07T09:09:14.083" v="345" actId="21"/>
          <ac:picMkLst>
            <pc:docMk/>
            <pc:sldMk cId="1903979828" sldId="345"/>
            <ac:picMk id="3" creationId="{7D55FB98-445C-E6D0-04E9-08B3DBAD63D3}"/>
          </ac:picMkLst>
        </pc:picChg>
        <pc:picChg chg="add mod">
          <ac:chgData name="Pudari Naga Santhosh" userId="0e8c62957a02cf6e" providerId="LiveId" clId="{FCBA4886-8408-4AA9-8E25-BAE5979D3D85}" dt="2026-09-07T09:10:17.224" v="351" actId="14100"/>
          <ac:picMkLst>
            <pc:docMk/>
            <pc:sldMk cId="1903979828" sldId="345"/>
            <ac:picMk id="9" creationId="{D2FE76C0-EA07-056D-347E-ABABC1B1737C}"/>
          </ac:picMkLst>
        </pc:picChg>
      </pc:sldChg>
      <pc:sldChg chg="addSp modSp mod">
        <pc:chgData name="Pudari Naga Santhosh" userId="0e8c62957a02cf6e" providerId="LiveId" clId="{FCBA4886-8408-4AA9-8E25-BAE5979D3D85}" dt="2026-09-07T09:03:37.036" v="332" actId="14100"/>
        <pc:sldMkLst>
          <pc:docMk/>
          <pc:sldMk cId="1421522261" sldId="346"/>
        </pc:sldMkLst>
        <pc:picChg chg="add mod">
          <ac:chgData name="Pudari Naga Santhosh" userId="0e8c62957a02cf6e" providerId="LiveId" clId="{FCBA4886-8408-4AA9-8E25-BAE5979D3D85}" dt="2026-09-07T09:03:37.036" v="332" actId="14100"/>
          <ac:picMkLst>
            <pc:docMk/>
            <pc:sldMk cId="1421522261" sldId="346"/>
            <ac:picMk id="3" creationId="{63027C35-A63B-BA33-47A1-FB060EF876FB}"/>
          </ac:picMkLst>
        </pc:picChg>
      </pc:sldChg>
      <pc:sldChg chg="addSp delSp modSp new mod">
        <pc:chgData name="Pudari Naga Santhosh" userId="0e8c62957a02cf6e" providerId="LiveId" clId="{FCBA4886-8408-4AA9-8E25-BAE5979D3D85}" dt="2026-09-07T09:14:05.618" v="370" actId="1076"/>
        <pc:sldMkLst>
          <pc:docMk/>
          <pc:sldMk cId="3052577324" sldId="347"/>
        </pc:sldMkLst>
        <pc:spChg chg="del">
          <ac:chgData name="Pudari Naga Santhosh" userId="0e8c62957a02cf6e" providerId="LiveId" clId="{FCBA4886-8408-4AA9-8E25-BAE5979D3D85}" dt="2026-09-07T09:11:26.151" v="354" actId="21"/>
          <ac:spMkLst>
            <pc:docMk/>
            <pc:sldMk cId="3052577324" sldId="347"/>
            <ac:spMk id="2" creationId="{410FBCB6-FD84-C505-8767-4AF6E1AA4B70}"/>
          </ac:spMkLst>
        </pc:spChg>
        <pc:spChg chg="del">
          <ac:chgData name="Pudari Naga Santhosh" userId="0e8c62957a02cf6e" providerId="LiveId" clId="{FCBA4886-8408-4AA9-8E25-BAE5979D3D85}" dt="2026-09-07T09:11:29.671" v="355" actId="21"/>
          <ac:spMkLst>
            <pc:docMk/>
            <pc:sldMk cId="3052577324" sldId="347"/>
            <ac:spMk id="3" creationId="{152B5096-6340-41B3-DAE5-1BF6726E799C}"/>
          </ac:spMkLst>
        </pc:spChg>
        <pc:spChg chg="del">
          <ac:chgData name="Pudari Naga Santhosh" userId="0e8c62957a02cf6e" providerId="LiveId" clId="{FCBA4886-8408-4AA9-8E25-BAE5979D3D85}" dt="2026-09-07T09:11:21.470" v="353" actId="21"/>
          <ac:spMkLst>
            <pc:docMk/>
            <pc:sldMk cId="3052577324" sldId="347"/>
            <ac:spMk id="4" creationId="{24AE1449-50BD-75D3-F112-6A744E8DDA6A}"/>
          </ac:spMkLst>
        </pc:spChg>
        <pc:picChg chg="add mod">
          <ac:chgData name="Pudari Naga Santhosh" userId="0e8c62957a02cf6e" providerId="LiveId" clId="{FCBA4886-8408-4AA9-8E25-BAE5979D3D85}" dt="2026-09-07T09:14:03.207" v="369" actId="1076"/>
          <ac:picMkLst>
            <pc:docMk/>
            <pc:sldMk cId="3052577324" sldId="347"/>
            <ac:picMk id="6" creationId="{8F020B05-0234-CC95-AFB9-4C1E4C91132E}"/>
          </ac:picMkLst>
        </pc:picChg>
        <pc:picChg chg="add mod">
          <ac:chgData name="Pudari Naga Santhosh" userId="0e8c62957a02cf6e" providerId="LiveId" clId="{FCBA4886-8408-4AA9-8E25-BAE5979D3D85}" dt="2026-09-07T09:14:05.618" v="370" actId="1076"/>
          <ac:picMkLst>
            <pc:docMk/>
            <pc:sldMk cId="3052577324" sldId="347"/>
            <ac:picMk id="8" creationId="{4C0281E9-AD3B-A9BE-6A87-00DAFA22C399}"/>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74619" y="3429000"/>
            <a:ext cx="4835262" cy="861497"/>
          </a:xfrm>
        </p:spPr>
        <p:txBody>
          <a:bodyPr vert="horz" lIns="91440" tIns="45720" rIns="91440" bIns="45720" rtlCol="0" anchor="t">
            <a:normAutofit/>
          </a:bodyPr>
          <a:lstStyle/>
          <a:p>
            <a:pPr algn="r"/>
            <a:r>
              <a:rPr lang="en-US" b="0" dirty="0">
                <a:solidFill>
                  <a:schemeClr val="tx1"/>
                </a:solidFill>
              </a:rPr>
              <a:t>[Student Name:-Pudari Naga Santhosh</a:t>
            </a:r>
          </a:p>
          <a:p>
            <a:pPr algn="r"/>
            <a:r>
              <a:rPr lang="en-US" b="0" dirty="0">
                <a:solidFill>
                  <a:schemeClr val="tx1"/>
                </a:solidFill>
              </a:rPr>
              <a:t>   College Name:- </a:t>
            </a:r>
            <a:r>
              <a:rPr lang="en-US" b="0" dirty="0" err="1">
                <a:solidFill>
                  <a:schemeClr val="tx1"/>
                </a:solidFill>
              </a:rPr>
              <a:t>Oriential</a:t>
            </a:r>
            <a:r>
              <a:rPr lang="en-US" b="0" dirty="0">
                <a:solidFill>
                  <a:schemeClr val="tx1"/>
                </a:solidFill>
              </a:rPr>
              <a:t> University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30785" y="4482097"/>
            <a:ext cx="4376594" cy="646331"/>
          </a:xfrm>
          <a:prstGeom prst="rect">
            <a:avLst/>
          </a:prstGeom>
          <a:noFill/>
        </p:spPr>
        <p:txBody>
          <a:bodyPr wrap="square" rtlCol="0">
            <a:spAutoFit/>
          </a:bodyPr>
          <a:lstStyle/>
          <a:p>
            <a:r>
              <a:rPr lang="en-US" b="1" dirty="0"/>
              <a:t>AICTE STU ID : (STU6a66d61c324831785124380)</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39553" y="1620253"/>
            <a:ext cx="7513528" cy="3365985"/>
          </a:xfrm>
        </p:spPr>
        <p:txBody>
          <a:bodyPr vert="horz" lIns="91440" tIns="45720" rIns="91440" bIns="45720" rtlCol="0" anchor="t">
            <a:noAutofit/>
          </a:bodyPr>
          <a:lstStyle/>
          <a:p>
            <a:pPr>
              <a:lnSpc>
                <a:spcPct val="150000"/>
              </a:lnSpc>
            </a:pPr>
            <a:r>
              <a:rPr lang="en-US" sz="1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1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GB" sz="2700" dirty="0"/>
              <a:t>End-to-end data analytics project examining agricultural performance across Kharif, Rabi, and Zaid seasons using Python, Pandas, and Seaborn. Investigates crop yields, resource efficiency, irrigation impacts, and farm profitability to deliver data-driven planning recommendations.] </a:t>
            </a:r>
            <a:br>
              <a:rPr lang="en-GB" sz="2700" dirty="0"/>
            </a:br>
            <a:endParaRPr lang="en-IN" sz="27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47500" lnSpcReduction="20000"/>
          </a:bodyPr>
          <a:lstStyle/>
          <a:p>
            <a:pPr algn="just">
              <a:lnSpc>
                <a:spcPct val="150000"/>
              </a:lnSpc>
            </a:pPr>
            <a:r>
              <a:rPr lang="en-US" sz="3600" b="1" dirty="0"/>
              <a:t>Farmers</a:t>
            </a:r>
            <a:r>
              <a:rPr lang="en-US" sz="3600" dirty="0"/>
              <a:t>: Choose profitable crops, adopt drip irrigation, and avoid summer losses.  </a:t>
            </a:r>
          </a:p>
          <a:p>
            <a:pPr algn="just">
              <a:lnSpc>
                <a:spcPct val="150000"/>
              </a:lnSpc>
            </a:pPr>
            <a:r>
              <a:rPr lang="en-US" sz="3600" dirty="0"/>
              <a:t>​</a:t>
            </a:r>
            <a:r>
              <a:rPr lang="en-US" sz="3600" b="1" dirty="0"/>
              <a:t>Government &amp; Policy Makers</a:t>
            </a:r>
            <a:r>
              <a:rPr lang="en-US" sz="3600" dirty="0"/>
              <a:t>: Plan irrigation subsidies, set support prices, and design seasonal agricultural schemes.  </a:t>
            </a:r>
          </a:p>
          <a:p>
            <a:pPr algn="just">
              <a:lnSpc>
                <a:spcPct val="150000"/>
              </a:lnSpc>
            </a:pPr>
            <a:r>
              <a:rPr lang="en-US" sz="3600" dirty="0"/>
              <a:t>​</a:t>
            </a:r>
            <a:r>
              <a:rPr lang="en-US" sz="3600" b="1" dirty="0"/>
              <a:t>Agricultural Extension Officers</a:t>
            </a:r>
            <a:r>
              <a:rPr lang="en-US" sz="3600" dirty="0"/>
              <a:t>: Guide farming communities with weather-based crop advice and pest-control schedules.  ​</a:t>
            </a:r>
          </a:p>
          <a:p>
            <a:pPr algn="just">
              <a:lnSpc>
                <a:spcPct val="150000"/>
              </a:lnSpc>
            </a:pPr>
            <a:r>
              <a:rPr lang="en-US" sz="3600" b="1" dirty="0"/>
              <a:t>Crop Insurance &amp; Banks </a:t>
            </a:r>
            <a:r>
              <a:rPr lang="en-US" sz="3600" dirty="0"/>
              <a:t>: Assess seasonal farm risks to approve loans and settle crop insurance claims.  </a:t>
            </a:r>
          </a:p>
          <a:p>
            <a:pPr algn="just">
              <a:lnSpc>
                <a:spcPct val="150000"/>
              </a:lnSpc>
            </a:pPr>
            <a:r>
              <a:rPr lang="en-US" sz="3600" dirty="0"/>
              <a:t>​</a:t>
            </a:r>
            <a:r>
              <a:rPr lang="en-US" sz="3600" b="1" dirty="0"/>
              <a:t>Agri-Input Companies</a:t>
            </a:r>
            <a:r>
              <a:rPr lang="en-US" sz="3600" dirty="0"/>
              <a:t>: Plan seasonal supply and distribution of seeds, fertilizers, and pesticides.</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US" dirty="0"/>
              <a:t>Python</a:t>
            </a:r>
          </a:p>
          <a:p>
            <a:pPr lvl="1">
              <a:lnSpc>
                <a:spcPct val="150000"/>
              </a:lnSpc>
            </a:pPr>
            <a:r>
              <a:rPr lang="en-US" dirty="0"/>
              <a:t>Pandas</a:t>
            </a:r>
          </a:p>
          <a:p>
            <a:pPr lvl="1">
              <a:lnSpc>
                <a:spcPct val="150000"/>
              </a:lnSpc>
            </a:pPr>
            <a:r>
              <a:rPr lang="en-US" dirty="0" err="1"/>
              <a:t>numpy</a:t>
            </a:r>
            <a:endParaRPr lang="en-US" dirty="0"/>
          </a:p>
          <a:p>
            <a:pPr lvl="1">
              <a:lnSpc>
                <a:spcPct val="150000"/>
              </a:lnSpc>
            </a:pPr>
            <a:r>
              <a:rPr lang="en-US" dirty="0"/>
              <a:t>Matplotlib</a:t>
            </a:r>
          </a:p>
          <a:p>
            <a:pPr lvl="1">
              <a:lnSpc>
                <a:spcPct val="150000"/>
              </a:lnSpc>
            </a:pPr>
            <a:r>
              <a:rPr lang="en-US" dirty="0"/>
              <a:t>Seaborn</a:t>
            </a:r>
          </a:p>
          <a:p>
            <a:pPr lvl="1">
              <a:lnSpc>
                <a:spcPct val="150000"/>
              </a:lnSpc>
            </a:pPr>
            <a:r>
              <a:rPr lang="en-US" dirty="0"/>
              <a:t>SciPy</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5C5E751B-A961-BD8A-2160-1CDCF7B80333}"/>
              </a:ext>
            </a:extLst>
          </p:cNvPr>
          <p:cNvPicPr>
            <a:picLocks noChangeAspect="1"/>
          </p:cNvPicPr>
          <p:nvPr/>
        </p:nvPicPr>
        <p:blipFill>
          <a:blip r:embed="rId3"/>
          <a:stretch>
            <a:fillRect/>
          </a:stretch>
        </p:blipFill>
        <p:spPr>
          <a:xfrm>
            <a:off x="525508" y="1275371"/>
            <a:ext cx="6264183" cy="502963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9752C41C-553F-9DD8-4346-917A76C2B440}"/>
              </a:ext>
            </a:extLst>
          </p:cNvPr>
          <p:cNvPicPr>
            <a:picLocks noChangeAspect="1"/>
          </p:cNvPicPr>
          <p:nvPr/>
        </p:nvPicPr>
        <p:blipFill>
          <a:blip r:embed="rId3"/>
          <a:stretch>
            <a:fillRect/>
          </a:stretch>
        </p:blipFill>
        <p:spPr>
          <a:xfrm>
            <a:off x="256814" y="1201586"/>
            <a:ext cx="7242871" cy="554441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542FBBA0-F600-1203-2C02-F5C7A07567B7}"/>
              </a:ext>
            </a:extLst>
          </p:cNvPr>
          <p:cNvPicPr>
            <a:picLocks noChangeAspect="1"/>
          </p:cNvPicPr>
          <p:nvPr/>
        </p:nvPicPr>
        <p:blipFill>
          <a:blip r:embed="rId3"/>
          <a:stretch>
            <a:fillRect/>
          </a:stretch>
        </p:blipFill>
        <p:spPr>
          <a:xfrm>
            <a:off x="675957" y="1275371"/>
            <a:ext cx="6157494" cy="528111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9" name="Picture 8">
            <a:extLst>
              <a:ext uri="{FF2B5EF4-FFF2-40B4-BE49-F238E27FC236}">
                <a16:creationId xmlns:a16="http://schemas.microsoft.com/office/drawing/2014/main" id="{D2FE76C0-EA07-056D-347E-ABABC1B1737C}"/>
              </a:ext>
            </a:extLst>
          </p:cNvPr>
          <p:cNvPicPr>
            <a:picLocks noChangeAspect="1"/>
          </p:cNvPicPr>
          <p:nvPr/>
        </p:nvPicPr>
        <p:blipFill>
          <a:blip r:embed="rId3"/>
          <a:stretch>
            <a:fillRect/>
          </a:stretch>
        </p:blipFill>
        <p:spPr>
          <a:xfrm>
            <a:off x="264696" y="1431693"/>
            <a:ext cx="6962272" cy="468359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63027C35-A63B-BA33-47A1-FB060EF876FB}"/>
              </a:ext>
            </a:extLst>
          </p:cNvPr>
          <p:cNvPicPr>
            <a:picLocks noChangeAspect="1"/>
          </p:cNvPicPr>
          <p:nvPr/>
        </p:nvPicPr>
        <p:blipFill>
          <a:blip r:embed="rId3"/>
          <a:stretch>
            <a:fillRect/>
          </a:stretch>
        </p:blipFill>
        <p:spPr>
          <a:xfrm>
            <a:off x="567616" y="1142530"/>
            <a:ext cx="6763626" cy="542591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020B05-0234-CC95-AFB9-4C1E4C91132E}"/>
              </a:ext>
            </a:extLst>
          </p:cNvPr>
          <p:cNvPicPr>
            <a:picLocks noChangeAspect="1"/>
          </p:cNvPicPr>
          <p:nvPr/>
        </p:nvPicPr>
        <p:blipFill>
          <a:blip r:embed="rId2"/>
          <a:stretch>
            <a:fillRect/>
          </a:stretch>
        </p:blipFill>
        <p:spPr>
          <a:xfrm>
            <a:off x="203822" y="524742"/>
            <a:ext cx="5488523" cy="4297397"/>
          </a:xfrm>
          <a:prstGeom prst="rect">
            <a:avLst/>
          </a:prstGeom>
        </p:spPr>
      </p:pic>
      <p:pic>
        <p:nvPicPr>
          <p:cNvPr id="8" name="Picture 7">
            <a:extLst>
              <a:ext uri="{FF2B5EF4-FFF2-40B4-BE49-F238E27FC236}">
                <a16:creationId xmlns:a16="http://schemas.microsoft.com/office/drawing/2014/main" id="{4C0281E9-AD3B-A9BE-6A87-00DAFA22C399}"/>
              </a:ext>
            </a:extLst>
          </p:cNvPr>
          <p:cNvPicPr>
            <a:picLocks noChangeAspect="1"/>
          </p:cNvPicPr>
          <p:nvPr/>
        </p:nvPicPr>
        <p:blipFill>
          <a:blip r:embed="rId3"/>
          <a:stretch>
            <a:fillRect/>
          </a:stretch>
        </p:blipFill>
        <p:spPr>
          <a:xfrm>
            <a:off x="5777490" y="583924"/>
            <a:ext cx="6029500" cy="4823878"/>
          </a:xfrm>
          <a:prstGeom prst="rect">
            <a:avLst/>
          </a:prstGeom>
        </p:spPr>
      </p:pic>
    </p:spTree>
    <p:extLst>
      <p:ext uri="{BB962C8B-B14F-4D97-AF65-F5344CB8AC3E}">
        <p14:creationId xmlns:p14="http://schemas.microsoft.com/office/powerpoint/2010/main" val="3052577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44A92A39-DC02-9809-E99B-AC48844D54FD}"/>
              </a:ext>
            </a:extLst>
          </p:cNvPr>
          <p:cNvSpPr txBox="1"/>
          <p:nvPr/>
        </p:nvSpPr>
        <p:spPr>
          <a:xfrm>
            <a:off x="320982" y="1201585"/>
            <a:ext cx="9143860" cy="3970318"/>
          </a:xfrm>
          <a:prstGeom prst="rect">
            <a:avLst/>
          </a:prstGeom>
          <a:noFill/>
        </p:spPr>
        <p:txBody>
          <a:bodyPr wrap="square">
            <a:spAutoFit/>
          </a:bodyPr>
          <a:lstStyle/>
          <a:p>
            <a:pPr marL="285750" indent="-285750">
              <a:buFont typeface="Arial" panose="020B0604020202020204" pitchFamily="34" charset="0"/>
              <a:buChar char="•"/>
            </a:pPr>
            <a:r>
              <a:rPr lang="en-IN" b="1" dirty="0"/>
              <a:t>Predictive ML Models</a:t>
            </a:r>
            <a:r>
              <a:rPr lang="en-IN" dirty="0"/>
              <a:t>: Train machine learning models to forecast crop yield and profit before sowing based on climate forecasts and soil quality. </a:t>
            </a:r>
          </a:p>
          <a:p>
            <a:pPr marL="285750" indent="-285750">
              <a:buFont typeface="Arial" panose="020B0604020202020204" pitchFamily="34" charset="0"/>
              <a:buChar char="•"/>
            </a:pPr>
            <a:r>
              <a:rPr lang="en-IN" dirty="0"/>
              <a:t>​</a:t>
            </a:r>
            <a:r>
              <a:rPr lang="en-IN" b="1" dirty="0"/>
              <a:t>Multi-Year Trend Analysis</a:t>
            </a:r>
            <a:r>
              <a:rPr lang="en-IN" dirty="0"/>
              <a:t>: Add data from multiple consecutive years to study long-term monsoon shifts, climate change patterns, and soil nutrient depletion over time. </a:t>
            </a:r>
          </a:p>
          <a:p>
            <a:pPr marL="285750" indent="-285750">
              <a:buFont typeface="Arial" panose="020B0604020202020204" pitchFamily="34" charset="0"/>
              <a:buChar char="•"/>
            </a:pPr>
            <a:r>
              <a:rPr lang="en-IN" dirty="0"/>
              <a:t> </a:t>
            </a:r>
            <a:r>
              <a:rPr lang="en-IN" b="1" dirty="0"/>
              <a:t>Smart IoT Irrigation</a:t>
            </a:r>
            <a:r>
              <a:rPr lang="en-IN" dirty="0"/>
              <a:t>: Connect the water-usage findings with real-time soil moisture sensors to automate drip irrigation and prevent water waste.  </a:t>
            </a:r>
          </a:p>
          <a:p>
            <a:pPr marL="285750" indent="-285750">
              <a:buFont typeface="Arial" panose="020B0604020202020204" pitchFamily="34" charset="0"/>
              <a:buChar char="•"/>
            </a:pPr>
            <a:r>
              <a:rPr lang="en-IN" dirty="0"/>
              <a:t>​</a:t>
            </a:r>
            <a:r>
              <a:rPr lang="en-IN" b="1" dirty="0"/>
              <a:t>Crop Advisory Engine:</a:t>
            </a:r>
            <a:r>
              <a:rPr lang="en-IN" dirty="0"/>
              <a:t> Build an app that suggests the most profitable, low-risk crops for a farmer's specific land size and seasonal climate.  </a:t>
            </a:r>
          </a:p>
          <a:p>
            <a:pPr marL="285750" indent="-285750">
              <a:buFont typeface="Arial" panose="020B0604020202020204" pitchFamily="34" charset="0"/>
              <a:buChar char="•"/>
            </a:pPr>
            <a:r>
              <a:rPr lang="en-IN" dirty="0"/>
              <a:t>​</a:t>
            </a:r>
            <a:r>
              <a:rPr lang="en-IN" b="1" dirty="0"/>
              <a:t>Policy and Subsidy </a:t>
            </a:r>
            <a:r>
              <a:rPr lang="en-IN" b="1" dirty="0" err="1"/>
              <a:t>Modeling</a:t>
            </a:r>
            <a:r>
              <a:rPr lang="en-IN" dirty="0"/>
              <a:t>: Simulate how government subsidies for drip irrigation equipment can reduce farm losses during dry seasons.  </a:t>
            </a:r>
          </a:p>
          <a:p>
            <a:pPr marL="285750" indent="-285750">
              <a:buFont typeface="Arial" panose="020B0604020202020204" pitchFamily="34" charset="0"/>
              <a:buChar char="•"/>
            </a:pPr>
            <a:r>
              <a:rPr lang="en-IN" dirty="0"/>
              <a:t>​</a:t>
            </a:r>
            <a:r>
              <a:rPr lang="en-IN" b="1" dirty="0"/>
              <a:t>Interactive Web Dashboard</a:t>
            </a:r>
            <a:r>
              <a:rPr lang="en-IN" dirty="0"/>
              <a:t>: Create a simple </a:t>
            </a:r>
            <a:r>
              <a:rPr lang="en-IN" dirty="0" err="1"/>
              <a:t>Streamlit</a:t>
            </a:r>
            <a:r>
              <a:rPr lang="en-IN" dirty="0"/>
              <a:t> dashboard where farmers and agricultural officers can simulate different farming scenarios and compare expected returns.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D23F86E4-C4D5-300B-6625-9BD1FCD7920D}"/>
              </a:ext>
            </a:extLst>
          </p:cNvPr>
          <p:cNvSpPr txBox="1"/>
          <p:nvPr/>
        </p:nvSpPr>
        <p:spPr>
          <a:xfrm>
            <a:off x="286442" y="1201586"/>
            <a:ext cx="9374605" cy="369332"/>
          </a:xfrm>
          <a:prstGeom prst="rect">
            <a:avLst/>
          </a:prstGeom>
          <a:noFill/>
        </p:spPr>
        <p:txBody>
          <a:bodyPr wrap="square">
            <a:spAutoFit/>
          </a:bodyPr>
          <a:lstStyle/>
          <a:p>
            <a:r>
              <a:rPr lang="en-IN" dirty="0"/>
              <a:t>https://github.com/pudarisanthosh07-ai/Seasonal-Agriculture-performance-dataset.git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193040"/>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61BB1CA-3DCA-29E8-287C-67A1B35D81A0}"/>
              </a:ext>
            </a:extLst>
          </p:cNvPr>
          <p:cNvPicPr>
            <a:picLocks noChangeAspect="1"/>
          </p:cNvPicPr>
          <p:nvPr/>
        </p:nvPicPr>
        <p:blipFill>
          <a:blip r:embed="rId3"/>
          <a:stretch>
            <a:fillRect/>
          </a:stretch>
        </p:blipFill>
        <p:spPr>
          <a:xfrm>
            <a:off x="675957" y="1295236"/>
            <a:ext cx="7481360" cy="527320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603</TotalTime>
  <Words>488</Words>
  <Application>Microsoft Office PowerPoint</Application>
  <PresentationFormat>Widescreen</PresentationFormat>
  <Paragraphs>44</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vt:lpstr>
      <vt:lpstr>PROBLEM  STATEMENT</vt:lpstr>
      <vt:lpstr>Project Description  End-to-end data analytics project examining agricultural performance across Kharif, Rabi, and Zaid seasons using Python, Pandas, and Seaborn. Investigates crop yields, resource efficiency, irrigation impacts, and farm profitability to deliver data-driven planning recommendations.]  </vt:lpstr>
      <vt:lpstr>WHO ARE THE END USERS?</vt:lpstr>
      <vt:lpstr>Technology Used</vt:lpstr>
      <vt:lpstr>RESULTS </vt:lpstr>
      <vt:lpstr>RESULTS </vt:lpstr>
      <vt:lpstr>RESULTS </vt:lpstr>
      <vt:lpstr>RESULTS </vt:lpstr>
      <vt:lpstr>RESULTS </vt:lpstr>
      <vt:lpstr>PowerPoint Presentation</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Pudari Naga Santhosh</cp:lastModifiedBy>
  <cp:revision>97</cp:revision>
  <dcterms:created xsi:type="dcterms:W3CDTF">2021-07-11T13:13:15Z</dcterms:created>
  <dcterms:modified xsi:type="dcterms:W3CDTF">2026-09-07T09:19:32Z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